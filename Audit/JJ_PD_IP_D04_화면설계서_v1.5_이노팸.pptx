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44"/>
    <p:restoredTop sz="94728"/>
  </p:normalViewPr>
  <p:slideViewPr>
    <p:cSldViewPr snapToGrid="0">
      <p:cViewPr varScale="1">
        <p:scale>
          <a:sx n="208" d="100"/>
          <a:sy n="208" d="100"/>
        </p:scale>
        <p:origin x="18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245729"/>
              </p:ext>
            </p:extLst>
          </p:nvPr>
        </p:nvGraphicFramePr>
        <p:xfrm>
          <a:off x="288889" y="1425354"/>
          <a:ext cx="9344063" cy="5244780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2026.10.22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t>개발 결과 현행화 — 전 화면 와이어프레임 재작성(Figma, 기존 와이어프레임 디테일 기준) 및 기능 설명 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t>이노팸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민원현황(GIS)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집중구역분석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집중구역분석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 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 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추천 설정 분석 내용(요금제 적용/공유주차제 적용), 분석 지역, 분석 기간(최근1/3/6개월·월 단위 직접 설정), 구역 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302569"/>
              </p:ext>
            </p:extLst>
          </p:nvPr>
        </p:nvGraphicFramePr>
        <p:xfrm>
          <a:off x="7988589" y="770244"/>
          <a:ext cx="1770266" cy="36725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— 수신자 추가 팝업: 기본 정보 로그인 사용자 자동 입력(사용자 목록 불러오기 전환), 지역 다중 추가(+버튼·칩), 알림 단계 누적 선택. 삭제 시 확인 모달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t>알림 기준 설정 팝업 — 심각/경고/주의 증가율(%)·최소 건수 입력. 기준은 서비스 공통 반영, 다음날부터 적용(최소 건수 미만이면 알림 미발생). 취소/저장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7269480" y="132588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314851"/>
              </p:ext>
            </p:extLst>
          </p:nvPr>
        </p:nvGraphicFramePr>
        <p:xfrm>
          <a:off x="7988589" y="770244"/>
          <a:ext cx="1835780" cy="452415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조례 인용 카드(제목+본문+원문 링크) 포함. 연관 액션 버튼 제공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 텍스트 + 전송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+ 아이콘으로 파일 첨부 접근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 업로드 후 세션 내 AI 분석 요청. 지원 형식: PDF, DOCX,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자주하는질문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8EF3851-6231-A19F-C862-475DF9CDDDEA}"/>
              </a:ext>
            </a:extLst>
          </p:cNvPr>
          <p:cNvSpPr/>
          <p:nvPr/>
        </p:nvSpPr>
        <p:spPr>
          <a:xfrm>
            <a:off x="6278201" y="391629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6236160" y="272615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391230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사용자 계정 현황을 조회하고, 권한 그룹별· 메뉴 접근 권한을 관리하는 화면</a:t>
                      </a:r>
                      <a:endParaRPr lang="ko-KR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633664" y="120325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36000"/>
              </p:ext>
            </p:extLst>
          </p:nvPr>
        </p:nvGraphicFramePr>
        <p:xfrm>
          <a:off x="7988589" y="770244"/>
          <a:ext cx="1770265" cy="361456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 지표의 가중치를 지역 여건에 맞게 조정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 모델 탭(집중구역 분석/구역 추천/투자·보강 우선순위)에서 가중치 조절. 합계가 100%가 아니면 저장되지 않음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634974" y="21362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549916" y="45052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072296" y="57095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065880" y="570950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2032</Words>
  <Application>Microsoft Macintosh PowerPoint</Application>
  <PresentationFormat>A4 용지(210x297mm)</PresentationFormat>
  <Paragraphs>563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함초롬바탕</vt:lpstr>
      <vt:lpstr>KoPubWorld돋움체 Medium</vt:lpstr>
      <vt:lpstr>KoPubWorld바탕체 Bold</vt:lpstr>
      <vt:lpstr>맑은 고딕</vt:lpstr>
      <vt:lpstr>맑은 고딕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28</cp:revision>
  <dcterms:created xsi:type="dcterms:W3CDTF">2024-05-09T01:00:47Z</dcterms:created>
  <dcterms:modified xsi:type="dcterms:W3CDTF">2026-10-27T06:39:52Z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