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  <p:sldId id="1237" r:id="rId2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75"/>
    <p:restoredTop sz="94744"/>
  </p:normalViewPr>
  <p:slideViewPr>
    <p:cSldViewPr snapToGrid="0">
      <p:cViewPr varScale="1">
        <p:scale>
          <a:sx n="119" d="100"/>
          <a:sy n="119" d="100"/>
        </p:scale>
        <p:origin x="19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6.png"/><Relationship Id="rId5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411899"/>
              </p:ext>
            </p:extLst>
          </p:nvPr>
        </p:nvGraphicFramePr>
        <p:xfrm>
          <a:off x="7988589" y="770244"/>
          <a:ext cx="1770266" cy="5202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r>
                        <a:rPr sz="800">
                          <a:latin typeface="+mn-ea"/>
                        </a:rPr>
                        <a:t>민원 다발·단속 집중 레이어는 읍면동(폴리곤) ↔ 히트맵(밀도) 표현 전환 지원 (수요 부족 지역 제외)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 (히트맵 선택 시 그라데이션 범례로 전환)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분석지표가중치설정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3591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지표의 가중치를  여건에 맞게 조정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변경 내역은 이력으로 관리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가중치 설정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 분석 </a:t>
                      </a:r>
                      <a:r>
                        <a:rPr lang="ko-KR" altLang="en-US" sz="800" b="0" i="0" u="none" strike="noStrike" kern="1200" spc="-80" baseline="0" noProof="0" dirty="0" err="1">
                          <a:solidFill>
                            <a:schemeClr val="tx1"/>
                          </a:solidFill>
                        </a:rPr>
                        <a:t>모델별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종합점수 산출에 사용되는 가중치와 산식 계수를  여건에 맞게 조정할 수 있습니다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가중치 변경한 이력 표시 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버튼을 클릭하여 설정 저장(변경내용 이력에 표시)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클릭하면 기본값으로 초기화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1177774" y="18583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1200857" y="431690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3B9398B-4E7E-E5B2-5DD9-694BC446D314}"/>
              </a:ext>
            </a:extLst>
          </p:cNvPr>
          <p:cNvSpPr/>
          <p:nvPr/>
        </p:nvSpPr>
        <p:spPr>
          <a:xfrm>
            <a:off x="7466743" y="575047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A8EA7D9-0FA1-1030-3C80-24C72A44E1D0}"/>
              </a:ext>
            </a:extLst>
          </p:cNvPr>
          <p:cNvSpPr/>
          <p:nvPr/>
        </p:nvSpPr>
        <p:spPr>
          <a:xfrm>
            <a:off x="6630656" y="576660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</TotalTime>
  <Words>2011</Words>
  <Application>Microsoft Macintosh PowerPoint</Application>
  <PresentationFormat>A4 용지(210x297mm)</PresentationFormat>
  <Paragraphs>568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36</cp:revision>
  <dcterms:created xsi:type="dcterms:W3CDTF">2024-05-09T01:00:47Z</dcterms:created>
  <dcterms:modified xsi:type="dcterms:W3CDTF">2026-10-28T03:55:07Z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