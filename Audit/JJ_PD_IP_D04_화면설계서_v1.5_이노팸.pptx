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4C1_701054D9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4D1_411F9791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4C5_EB453751.xml" ContentType="application/vnd.ms-powerpoint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275"/>
    <p:restoredTop sz="94744"/>
  </p:normalViewPr>
  <p:slideViewPr>
    <p:cSldViewPr snapToGrid="0">
      <p:cViewPr varScale="1">
        <p:scale>
          <a:sx n="119" d="100"/>
          <a:sy n="119" d="100"/>
        </p:scale>
        <p:origin x="19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2026. 10. 28.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C1_701054D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D1_411F979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4C5_EB45375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387169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화면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798906"/>
              </p:ext>
            </p:extLst>
          </p:nvPr>
        </p:nvGraphicFramePr>
        <p:xfrm>
          <a:off x="7988589" y="770244"/>
          <a:ext cx="1770265" cy="33591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418</TotalTime>
  <Words>2011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Malgun Gothic</vt:lpstr>
      <vt:lpstr>Malgun Gothic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36</cp:revision>
  <dcterms:created xsi:type="dcterms:W3CDTF">2024-05-09T01:00:47Z</dcterms:created>
  <dcterms:modified xsi:type="dcterms:W3CDTF">2026-10-28T03:55:07Z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