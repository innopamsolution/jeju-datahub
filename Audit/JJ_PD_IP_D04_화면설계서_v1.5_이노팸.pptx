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7"/>
  </p:notesMasterIdLst>
  <p:sldIdLst>
    <p:sldId id="260" r:id="rId5"/>
    <p:sldId id="259" r:id="rId6"/>
    <p:sldId id="454" r:id="rId7"/>
    <p:sldId id="1237" r:id="rId8"/>
    <p:sldId id="1238" r:id="rId9"/>
    <p:sldId id="1210" r:id="rId10"/>
    <p:sldId id="1217" r:id="rId11"/>
    <p:sldId id="1218" r:id="rId12"/>
    <p:sldId id="1227" r:id="rId13"/>
    <p:sldId id="1228" r:id="rId14"/>
    <p:sldId id="1219" r:id="rId15"/>
    <p:sldId id="1223" r:id="rId16"/>
    <p:sldId id="1224" r:id="rId17"/>
    <p:sldId id="1220" r:id="rId18"/>
    <p:sldId id="1233" r:id="rId19"/>
    <p:sldId id="1229" r:id="rId20"/>
    <p:sldId id="1230" r:id="rId21"/>
    <p:sldId id="1221" r:id="rId22"/>
    <p:sldId id="1232" r:id="rId23"/>
    <p:sldId id="1231" r:id="rId24"/>
    <p:sldId id="1236" r:id="rId25"/>
    <p:sldId id="1235" r:id="rId2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039"/>
    <p:restoredTop sz="94744"/>
  </p:normalViewPr>
  <p:slideViewPr>
    <p:cSldViewPr snapToGrid="0">
      <p:cViewPr varScale="1">
        <p:scale>
          <a:sx n="119" d="100"/>
          <a:sy n="119" d="100"/>
        </p:scale>
        <p:origin x="7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9.png"/><Relationship Id="rId5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387169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화면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UI-PAR-000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로그인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/login (데이터허브 통합 인증 연동)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98906"/>
              </p:ext>
            </p:extLst>
          </p:nvPr>
        </p:nvGraphicFramePr>
        <p:xfrm>
          <a:off x="7988589" y="770244"/>
          <a:ext cx="1770265" cy="38983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솔루션 접속 로그인 화면 — 제주 데이터허브(D-Hub) 통합 인증 연동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통합 인증으로 로그인 버튼 — 클릭 시 D-Hub 통합 인증(SSO) 로그인 창으로 이동, 인증 성공 시 대시보드 진입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안내 문구 — 제주 데이터허브(D-Hub) 통합 인증 로그인 창으로 이동함을 안내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4785504" y="27194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4953000" y="325650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2879"/>
              </p:ext>
            </p:extLst>
          </p:nvPr>
        </p:nvGraphicFramePr>
        <p:xfrm>
          <a:off x="7988589" y="770244"/>
          <a:ext cx="1770266" cy="59230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민원 다발</a:t>
                      </a:r>
                      <a:r>
                        <a:rPr lang="en-US" altLang="ko-KR" sz="800" dirty="0">
                          <a:latin typeface="+mn-ea"/>
                        </a:rPr>
                        <a:t>·</a:t>
                      </a:r>
                      <a:r>
                        <a:rPr lang="ko-KR" altLang="en-US" sz="800" dirty="0">
                          <a:latin typeface="+mn-ea"/>
                        </a:rPr>
                        <a:t>단속 집중 레이어는 </a:t>
                      </a:r>
                      <a:r>
                        <a:rPr lang="ko-KR" altLang="en-US" sz="800" dirty="0" err="1">
                          <a:latin typeface="+mn-ea"/>
                        </a:rPr>
                        <a:t>읍면동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</a:rPr>
                        <a:t>폴리곤</a:t>
                      </a:r>
                      <a:r>
                        <a:rPr lang="en-US" altLang="ko-KR" sz="800" dirty="0">
                          <a:latin typeface="+mn-ea"/>
                        </a:rPr>
                        <a:t>) ↔ </a:t>
                      </a:r>
                      <a:r>
                        <a:rPr lang="ko-KR" altLang="en-US" sz="800" dirty="0" err="1">
                          <a:latin typeface="+mn-ea"/>
                        </a:rPr>
                        <a:t>히트맵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</a:rPr>
                        <a:t>밀도</a:t>
                      </a:r>
                      <a:r>
                        <a:rPr lang="en-US" altLang="ko-KR" sz="800" dirty="0">
                          <a:latin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</a:rPr>
                        <a:t>표현 전환 지원 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</a:rPr>
                        <a:t>수요 부족 지역 제외</a:t>
                      </a:r>
                      <a:r>
                        <a:rPr lang="en-US" altLang="ko-KR" sz="800" dirty="0">
                          <a:latin typeface="+mn-ea"/>
                        </a:rPr>
                        <a:t>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 (히트맵 선택 시 그라데이션 범례로 전환)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데이터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62839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419</TotalTime>
  <Words>2202</Words>
  <Application>Microsoft Macintosh PowerPoint</Application>
  <PresentationFormat>A4 용지(210x297mm)</PresentationFormat>
  <Paragraphs>600</Paragraphs>
  <Slides>22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2" baseType="lpstr">
      <vt:lpstr>함초롬바탕</vt:lpstr>
      <vt:lpstr>HCR Batang</vt:lpstr>
      <vt:lpstr>KoPubWorld돋움체 Medium</vt:lpstr>
      <vt:lpstr>KoPubWorld바탕체 Bold</vt:lpstr>
      <vt:lpstr>Malgun Gothic</vt:lpstr>
      <vt:lpstr>Malgun Gothic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38</cp:revision>
  <dcterms:created xsi:type="dcterms:W3CDTF">2024-05-09T01:00:47Z</dcterms:created>
  <dcterms:modified xsi:type="dcterms:W3CDTF">2026-10-28T12:26:59Z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