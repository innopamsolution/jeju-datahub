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5"/>
    <p:restoredTop sz="94744"/>
  </p:normalViewPr>
  <p:slideViewPr>
    <p:cSldViewPr snapToGrid="0">
      <p:cViewPr varScale="1">
        <p:scale>
          <a:sx n="119" d="100"/>
          <a:sy n="119" d="100"/>
        </p:scale>
        <p:origin x="19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Relationship Id="rId5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r>
                        <a:rPr sz="800">
                          <a:latin typeface="+mn-ea"/>
                        </a:rPr>
                        <a:t>각 분석레이어는 읍면동(폴리곤) ↔ 히트맵(밀도) 표현 전환 지원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3591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</TotalTime>
  <Words>2011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36</cp:revision>
  <dcterms:created xsi:type="dcterms:W3CDTF">2024-05-09T01:00:47Z</dcterms:created>
  <dcterms:modified xsi:type="dcterms:W3CDTF">2026-10-28T03:55:07Z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